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EA339-5F1D-056B-89C1-C12C1BECD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07D6EE-6148-58EB-8057-860199157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35BC60-4101-58EA-1909-4BAED879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A85033-3C27-7C52-3F75-6610CE09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643C27-2EE0-A2C0-63B3-322DD6C8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607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F3111-28BC-6C4A-D9C8-86BFC27A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BC8A57-FAEA-92C1-C877-BC1ED3E6D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F25C31-7E01-C641-C54F-456F684D2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892C45-EFF0-D3BD-9923-54CF2941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A71179-6C33-DC71-5484-47A95CAF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3216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4761C-964A-0F79-3B36-A61B1C090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19D337-CA7C-26D6-F582-6DE00C22C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7DEAD3-2387-52CF-D471-3496D1C1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81320C-5AE8-D6A1-16F9-ACC6AF75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701E34-FDA7-0BB3-7B2C-158B6BC1F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4499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FB9AE-2DF3-9214-D32C-307FAD41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C8E38C-D04F-0167-D661-A3C1295E8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975232-9A30-9872-6061-281167316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BBAE57-B489-FD41-8D76-F6BC892D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EB6DA4-16FE-7AD1-50A0-6633880B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A30C18-265C-1D2B-1581-8149D067A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8849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4DF82-D209-979C-AD2E-A73A4D62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FEF414-96DC-8F0C-8DCD-41D8F3261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842E54-D19C-E739-4820-824EB562B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19191E-A31D-B5FD-77F4-4AA7F56AC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D315AD-C397-6E8E-361D-8264676A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BE7E36F-298D-02D0-A00B-B422CEC6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F58BF7-F4C2-A6BB-1059-142E4A1AC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0AB24EF-5C5F-5C35-FD47-3CFC3861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39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4145D-5D95-3439-A08D-3133F4939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CD03C2-8D3C-6B41-B73E-E80476345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AC4421-8157-2128-0FDF-62C37D60B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99B30A-40E2-103F-C28D-107824C01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4210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1883B8-ADA2-C9D8-38C0-189DD527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D2655D-59A4-4387-463E-3D760A36F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06A381-B36C-2BAC-063A-E1FCCF26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946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BDC39-9B11-B92A-748E-35C595B6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0E77E1-AED1-5832-41FF-8EA71117B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480CAE-2653-7FCF-E2D4-53E835BA3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38C3B1-96A2-9109-0D5B-4C2396C8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12F686-2E6F-6C4F-895A-B409158C7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B3A269-6421-B466-B00B-F2CBFF11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7675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D5C9E-B912-BD63-6A12-98BD13268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9D961C-06F4-ABA7-0523-05CC3B6A2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7EE261-6E51-C962-D663-88EB67997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A36B45-5EBB-9737-D8B6-CC83540D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930EF3-19F1-48DD-A297-E1B24FF48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D9340E-4BA5-A222-099A-8087FCFC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653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78EF5-E8BE-AC8D-634F-A087BCC5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1B270D-C4C6-128E-9320-913849600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AC49CE-8482-4AED-6850-A1074B0C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FD6574-85E3-91C1-B5BD-F220A28D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647911-9ACE-0D79-EC04-94DACAC3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909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62FB81-3E71-2463-B899-04AB35CA8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3F34DD-371F-F85D-F3A9-B0302229E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120C46-5E23-2FC1-B207-60956751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1DF1FB-5359-E216-3174-875B1493D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0CEF7-CFC6-9809-41B4-48D93BD2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4496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A37051-0755-AB6A-B27C-EDD36314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5203A3-52FD-55B2-8251-81C42E64D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F2E01B-0272-D80E-C5F9-DF7E16259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B5645-129F-4CA4-B5BB-71512FE81FAA}" type="datetimeFigureOut">
              <a:rPr lang="es-AR" smtClean="0"/>
              <a:t>10/3/2025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C5D717-8E08-F0E9-D32D-51DABC4B8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A5664B-B999-9803-4586-A7B2358A1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2F883-1F64-492D-8510-FF1B19FD27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91930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moqups.com/0in8dt6z1StCrX7QOLAAzBndSZiaqX5C/view/page/ad64222d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00176-1409-7F0A-4F21-ABC80F73C6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0488AD-291A-3282-F700-C258313EA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023570-FB73-A1B8-3B89-D15E75825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54" t="19439" r="14673" b="10800"/>
          <a:stretch/>
        </p:blipFill>
        <p:spPr>
          <a:xfrm>
            <a:off x="-57856" y="9000"/>
            <a:ext cx="12307712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73E37-2720-8096-1B65-C2D9B6690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E558CB-C2D7-9D7D-51E4-7907D8653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445B96-F0B2-156D-EEA3-F98E7CAD3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99" t="19220" r="14673" b="9911"/>
          <a:stretch/>
        </p:blipFill>
        <p:spPr>
          <a:xfrm>
            <a:off x="59485" y="9000"/>
            <a:ext cx="12073031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205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D79E3-BDAF-793E-00E2-0947938A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C5F3B8-896C-5D21-B7A6-1130D18C1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3AB9C0-E68F-B3B7-720B-E32A0D34D3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08" t="19001" r="14673" b="11457"/>
          <a:stretch/>
        </p:blipFill>
        <p:spPr>
          <a:xfrm>
            <a:off x="-98717" y="9000"/>
            <a:ext cx="12389435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40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7A51E-41EC-37DA-ADD4-7DB0F7161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83CF06-CC95-5D3E-6A18-DE23A7D4F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914057-306C-869C-CDF4-B3FAAE983B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31" t="18563" r="14795" b="11675"/>
          <a:stretch/>
        </p:blipFill>
        <p:spPr>
          <a:xfrm>
            <a:off x="-57856" y="9000"/>
            <a:ext cx="12307712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04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2F40C-F208-8BEC-81DD-4F16E97E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751171-24E5-DBC6-6A2F-4105F5059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E8B385-C19D-B8A0-C590-DEDABC889E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59" t="21188" r="18852" b="15332"/>
          <a:stretch/>
        </p:blipFill>
        <p:spPr>
          <a:xfrm>
            <a:off x="-6948" y="9000"/>
            <a:ext cx="12205897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53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B05AB-4C43-39B6-9507-05989CEE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31F63C-174D-2D9D-DD31-A7145B2F5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8B10E1-3FCB-092D-424C-2B44B1D31B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08" t="21407" r="15287" b="8176"/>
          <a:stretch/>
        </p:blipFill>
        <p:spPr>
          <a:xfrm>
            <a:off x="31342" y="9000"/>
            <a:ext cx="12129317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96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23170-0CCF-6A68-FC65-965D2394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5EE87E-2B3A-CDBD-0CC2-2398D5C22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624518-B399-29C4-14A2-C3F0CF321F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46" t="19000" r="14918" b="9911"/>
          <a:stretch/>
        </p:blipFill>
        <p:spPr>
          <a:xfrm>
            <a:off x="120139" y="9000"/>
            <a:ext cx="11951723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89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D69A7-FAFE-839B-55C9-08BF139E3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5C193-8C8B-0B01-F717-F5C61A19D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FF0011-A2EE-C32C-EED5-1D397A450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45" t="19440" r="15410" b="11675"/>
          <a:stretch/>
        </p:blipFill>
        <p:spPr>
          <a:xfrm>
            <a:off x="-27430" y="9000"/>
            <a:ext cx="1224686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92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A6459-125C-C451-8B85-B6CC81ACF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4ACF97-7E5C-E4D6-E596-C7EB43053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4FDA76-41CD-5A60-26E3-AA368B29CC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05" t="19770" r="14960" b="11594"/>
          <a:stretch/>
        </p:blipFill>
        <p:spPr>
          <a:xfrm>
            <a:off x="-57856" y="9000"/>
            <a:ext cx="12307713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698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1DDF3-D34A-2B8A-47CB-D3DB6AC3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4433A8-2E09-A6F9-8D64-36CACCB30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A5D1E0-4059-794B-9CE2-DA498864B7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08" t="19001" r="15410" b="11457"/>
          <a:stretch/>
        </p:blipFill>
        <p:spPr>
          <a:xfrm>
            <a:off x="-34189" y="9000"/>
            <a:ext cx="12260378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298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D4894-5AEF-8841-D4C5-AB7EB3C3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F2FCC1-7B3C-8EAF-9152-3910F8A98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>
                <a:hlinkClick r:id="rId2"/>
              </a:rPr>
              <a:t>https://app.moqups.com/0in8dt6z1StCrX7QOLAAzBndSZiaqX5C/view/page/ad64222d5</a:t>
            </a:r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0896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</Words>
  <Application>Microsoft Office PowerPoint</Application>
  <PresentationFormat>Panorámica</PresentationFormat>
  <Paragraphs>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Paz</dc:creator>
  <cp:lastModifiedBy>María Paz</cp:lastModifiedBy>
  <cp:revision>3</cp:revision>
  <cp:lastPrinted>2025-03-10T13:40:05Z</cp:lastPrinted>
  <dcterms:created xsi:type="dcterms:W3CDTF">2025-03-10T12:14:03Z</dcterms:created>
  <dcterms:modified xsi:type="dcterms:W3CDTF">2025-03-10T14:20:45Z</dcterms:modified>
</cp:coreProperties>
</file>